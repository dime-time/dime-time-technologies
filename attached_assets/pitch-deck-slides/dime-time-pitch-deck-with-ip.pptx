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-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-probl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-s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-breakthrou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-produ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-mark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-busi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-compet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-defensi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-tra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-te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-append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-pa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5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6-ip-clai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