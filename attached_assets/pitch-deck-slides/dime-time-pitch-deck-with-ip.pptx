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-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-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-breakthrou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-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-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-busi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-compet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-defen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-tr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-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-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-append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-pa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-ip-clai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