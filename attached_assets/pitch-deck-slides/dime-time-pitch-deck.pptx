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-breakth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-busi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-compe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-defe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-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-append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