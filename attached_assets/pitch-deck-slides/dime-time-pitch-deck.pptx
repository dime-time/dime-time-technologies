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break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-busi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compe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defe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-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