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p-slide-01-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p-slide-02-executive-sum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p-slide-03-proble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p-slide-04-sol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p-slide-05-produ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p-slide-06-mark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p-slide-07-competi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p-slide-08-reven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p-slide-09-gt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p-slide-10-tra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p-slide-11-financia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p-slide-12-fund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p-slide-13-road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p-slide-14-vi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