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6858000" cy="9144000"/>
  <p:embeddedFontLst>
    <p:embeddedFont>
      <p:font typeface="Roboto"/>
      <p:regular r:id="rId13"/>
      <p:bold r:id="rId14"/>
      <p:italic r:id="rId15"/>
      <p:boldItalic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Roboto-regular.fnt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6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44db8875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44db8875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563d3aaf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563d3aaf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563d3aaf03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563d3aaf0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563d3aaf03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563d3aaf03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563d3aaf03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563d3aaf03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563d3aaf03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563d3aaf03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4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7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8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8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0" name="Google Shape;80;p1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9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5" name="Google Shape;85;p19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89" name="Google Shape;89;p2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1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1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5" name="Google Shape;95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2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2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://www.dreamrlabs.co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surveymonkey.com/analyze/k865H5EPua9IIGygCgMWqulVhwl2cNubW7EklljycL4_3D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550" y="105100"/>
            <a:ext cx="2353962" cy="483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5"/>
          <p:cNvSpPr txBox="1"/>
          <p:nvPr/>
        </p:nvSpPr>
        <p:spPr>
          <a:xfrm>
            <a:off x="0" y="11825"/>
            <a:ext cx="6337800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Phase 2 coming soon! Research underway!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Hint: Dime Time introduces a decentralized debt market.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Inclusive of blockchain development from </a:t>
            </a:r>
            <a:r>
              <a:rPr lang="en" u="sng">
                <a:solidFill>
                  <a:srgbClr val="FFFFFF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Dreamr Labs</a:t>
            </a:r>
            <a:r>
              <a:rPr lang="en">
                <a:solidFill>
                  <a:srgbClr val="FFFFFF"/>
                </a:solidFill>
              </a:rPr>
              <a:t>.</a:t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 txBox="1"/>
          <p:nvPr/>
        </p:nvSpPr>
        <p:spPr>
          <a:xfrm>
            <a:off x="0" y="-92700"/>
            <a:ext cx="9144000" cy="53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Economies of Scale</a:t>
            </a:r>
            <a:endParaRPr sz="2400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Imagine Dime Time acquired 1,000,000 users, swiping the average 23.6 times a month, with the minimum round-ups totalling $.01.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 Time will be able to collect monthly interest off $236,000, making it a financial company that collects interest off $2.832M in annual revenue.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1,000,000 (users) x 23.6 (monthly swipes) = 23,600,000 (total swipes) x $.01 (minimum round-up) = $236,000 a month for the sweep account.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$236,000 x 1.5% APR = $3,540 a month or $42,480 a year from the investment sweep account.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7"/>
          <p:cNvSpPr txBox="1"/>
          <p:nvPr>
            <p:ph type="title"/>
          </p:nvPr>
        </p:nvSpPr>
        <p:spPr>
          <a:xfrm>
            <a:off x="402750" y="756750"/>
            <a:ext cx="8338500" cy="40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 u="sng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A person purchases a cup of coffee for $4.25.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Dime Time rounds up the remaining $.75 and applies it to the person’s debt.</a:t>
            </a:r>
            <a:r>
              <a:rPr lang="en" sz="1600"/>
              <a:t> 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Dime Time will also include a multiplier that the user can select 2X, 3X, 5X, 10X.</a:t>
            </a:r>
            <a:endParaRPr sz="16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>
                <a:solidFill>
                  <a:srgbClr val="FFFFFF"/>
                </a:solidFill>
              </a:rPr>
              <a:t>If a person has the 2X multiplier, the amount of rounded up would be multiplied by 2; in the example the $.75 would be multiplied by 2 and the amount would be $1.50.</a:t>
            </a:r>
            <a:r>
              <a:rPr lang="en" sz="1600"/>
              <a:t> 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27"/>
          <p:cNvSpPr txBox="1"/>
          <p:nvPr/>
        </p:nvSpPr>
        <p:spPr>
          <a:xfrm>
            <a:off x="939600" y="113500"/>
            <a:ext cx="7264800" cy="8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7"/>
          <p:cNvSpPr txBox="1"/>
          <p:nvPr/>
        </p:nvSpPr>
        <p:spPr>
          <a:xfrm>
            <a:off x="341700" y="273025"/>
            <a:ext cx="8460600" cy="7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Example</a:t>
            </a:r>
            <a:endParaRPr sz="24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460950" y="562075"/>
            <a:ext cx="8222100" cy="398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Should I bring Dime Time to market?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50/50 at the moment with no investment.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9"/>
          <p:cNvSpPr txBox="1"/>
          <p:nvPr/>
        </p:nvSpPr>
        <p:spPr>
          <a:xfrm>
            <a:off x="452550" y="353100"/>
            <a:ext cx="8238900" cy="44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Customer Discovery Quote:</a:t>
            </a:r>
            <a:endParaRPr sz="2400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“Some people say, ‘give the customers what they want.’ But that's not my approach. I think Henry Ford once said, ‘If I'd asked customers what they wanted, they would have told me, a faster horse!’ People don't know what they want until you show it to them.” - Steve Jobs</a:t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 u="sng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025" y="3259950"/>
            <a:ext cx="1824350" cy="1664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0B8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0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000000"/>
                </a:solidFill>
              </a:rPr>
              <a:t>Customer Discovery</a:t>
            </a:r>
            <a:endParaRPr sz="3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</a:rPr>
              <a:t>Hosted by Survey Monkey</a:t>
            </a:r>
            <a:endParaRPr sz="10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</a:endParaRPr>
          </a:p>
        </p:txBody>
      </p:sp>
      <p:sp>
        <p:nvSpPr>
          <p:cNvPr id="142" name="Google Shape;142;p30"/>
          <p:cNvSpPr txBox="1"/>
          <p:nvPr>
            <p:ph idx="2" type="body"/>
          </p:nvPr>
        </p:nvSpPr>
        <p:spPr>
          <a:xfrm>
            <a:off x="4939500" y="227025"/>
            <a:ext cx="3837000" cy="470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10 question debt survey posted via LinkedIn, Facebook, and Reddit. </a:t>
            </a:r>
            <a:r>
              <a:rPr i="1" lang="en" u="sng">
                <a:solidFill>
                  <a:srgbClr val="FFFFFF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Source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Revealed: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89% of people were age 18-44.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73% of people were age 25-44.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61% were males.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48% have credit card debt between $0-$10,000.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34% have auto debt between $0-$15,000.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550" y="3164363"/>
            <a:ext cx="3467100" cy="145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